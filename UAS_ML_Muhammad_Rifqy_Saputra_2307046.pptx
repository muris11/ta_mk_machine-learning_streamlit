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Smart Living / Smart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26187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Prediksi Kondisi Sosial Provinsi Jawa Barat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25603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Decision support system untuk estimasi kemiskinan, prioritas intervensi, dan rekomendasi kebijakan berbasis Machine Learning.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" y="3703320"/>
            <a:ext cx="23317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849624"/>
            <a:ext cx="2039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Regresi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41422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</a:rPr>
              <a:t>RandomForestRegressor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154680" y="3703320"/>
            <a:ext cx="24231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3849624"/>
            <a:ext cx="2130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Klasifikasi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00984" y="41422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SVC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3504" y="56509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Muhammad Rifqy Saputra | 2307046 | D4SIKC.3B</a:t>
            </a:r>
            <a:endParaRPr lang="en-US" sz="1150" dirty="0"/>
          </a:p>
        </p:txBody>
      </p:sp>
      <p:pic>
        <p:nvPicPr>
          <p:cNvPr id="12" name="Image 0" descr="/mnt/data/UAS_ML_Muhammad_Rifqy_Saputra_2307046/screenshots/01_beranda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713232"/>
            <a:ext cx="5074920" cy="3657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Sumber data, target, fitur, dan hasil cleaning.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80744"/>
            <a:ext cx="1856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mentah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" y="167335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</a:rPr>
              <a:t>1,511 baris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63240" y="1234440"/>
            <a:ext cx="22402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9544" y="1380744"/>
            <a:ext cx="1947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modeling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9544" y="16733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1,507 baris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532120" y="1234440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8424" y="1380744"/>
            <a:ext cx="1856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Tahun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78424" y="167335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</a:rPr>
              <a:t>2018-2024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9808" y="277063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697480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Target regresi: kemiskinan_tahun_depan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182112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Target klasifikasi: Low, Medium, High Priority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49808" y="373989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66744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Fitur model: gini ratio, TPT, inflasi, IPM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49808" y="422452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151376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Cleaning memperbaiki angka yang terbaca sebagai tanggal dan format desimal</a:t>
            </a:r>
            <a:endParaRPr lang="en-US" sz="1230" dirty="0"/>
          </a:p>
        </p:txBody>
      </p:sp>
      <p:pic>
        <p:nvPicPr>
          <p:cNvPr id="21" name="Image 0" descr="/mnt/data/UAS_ML_Muhammad_Rifqy_Saputra_2307046/assets/char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417320"/>
            <a:ext cx="3794760" cy="2788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Metode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Alur machine learning dan optimasi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9903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25880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Preprocessing: konversi numerik, handling outlier, median imputer, scaling.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777240" y="1883664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10512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Anti-leakage: deduplikasi kombinasi fitur-target sebelum train-test split.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236829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95144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Regresi: RandomForestRegressor, SVR, Polynomial Regression.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77240" y="285292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79776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Klasifikasi: RandomForestClassifier, SVC, LogisticRegression.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64408"/>
            <a:ext cx="5577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Model final disimpan dalam poverty_model_bundle.pkl dan dipakai app.py.</a:t>
            </a:r>
            <a:endParaRPr lang="en-US" sz="1230" dirty="0"/>
          </a:p>
        </p:txBody>
      </p:sp>
      <p:pic>
        <p:nvPicPr>
          <p:cNvPr id="14" name="Image 0" descr="/mnt/data/UAS_ML_Muhammad_Rifqy_Saputra_2307046/assets/chart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25880"/>
            <a:ext cx="4480560" cy="2971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Evaluasi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Hasil sudah diperbaiki agar tidak 1.0000 semua.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08176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R2 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" y="17007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</a:rPr>
              <a:t>0.9584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0" y="1261872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408176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9504" y="17007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0.0489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408176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RMSE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46904" y="17007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</a:rPr>
              <a:t>0.0787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858000" y="1261872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1408176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4304" y="17007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</a:rPr>
              <a:t>0.9007</a:t>
            </a:r>
            <a:endParaRPr lang="en-US" sz="1900" dirty="0"/>
          </a:p>
        </p:txBody>
      </p:sp>
      <p:pic>
        <p:nvPicPr>
          <p:cNvPr id="16" name="Image 0" descr="/mnt/data/UAS_ML_Muhammad_Rifqy_Saputra_2307046/assets/chart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43200"/>
            <a:ext cx="3886200" cy="27889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349240" y="304495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2971800"/>
            <a:ext cx="5394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Model terbaik dipilih dari metrik tertinggi dan error terendah.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5349240" y="3529584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3456432"/>
            <a:ext cx="5394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Random Forest dibatasi kedalamannya agar tidak overfit pada data agregat.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5349240" y="401421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3941064"/>
            <a:ext cx="53949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Evaluasi lebih wajar karena cleaning dan deduplikasi mengurangi data leakage.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Demo Aplikasi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Streamlit bonus: input, prediksi, dataset, visualisasi, login, dan upload CSV.</a:t>
            </a:r>
            <a:endParaRPr lang="en-US" sz="1250" dirty="0"/>
          </a:p>
        </p:txBody>
      </p:sp>
      <p:pic>
        <p:nvPicPr>
          <p:cNvPr id="4" name="Image 0" descr="/mnt/data/UAS_ML_Muhammad_Rifqy_Saputra_2307046/screenshots/03_hasil_prediksi_rekomend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53212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58191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User memasukkan indikator sosial ekonomi.</a:t>
            </a:r>
            <a:endParaRPr lang="en-US" sz="1230" dirty="0"/>
          </a:p>
        </p:txBody>
      </p:sp>
      <p:sp>
        <p:nvSpPr>
          <p:cNvPr id="7" name="Shape 4"/>
          <p:cNvSpPr/>
          <p:nvPr/>
        </p:nvSpPr>
        <p:spPr>
          <a:xfrm>
            <a:off x="6537960" y="2066544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993392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Aplikasi menampilkan estimasi kemiskinan dan level prioritas.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537960" y="255117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2478024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Sistem memberi rekomendasi kebijakan dan timeline aksi.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6537960" y="303580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962656"/>
            <a:ext cx="4572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Menu tambahan: dashboard dataset, visualisasi, login admin, upload CSV.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Kesimpulan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Manfaat Smart City, risiko, privasi, dan link presentasi.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280160"/>
            <a:ext cx="5806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Sistem membantu prioritisasi intervensi sosial berbasis data.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822960" y="1837944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64792"/>
            <a:ext cx="5806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Output dipakai sebagai decision support dan tetap perlu validasi lapangan.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232257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49424"/>
            <a:ext cx="5806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Privasi aman karena dataset bersifat agregat, bukan data pribadi individu.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34056"/>
            <a:ext cx="5806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Pengembangan lanjut: deployment online, API data pemerintah, dan update dataset berkala.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949440" y="1234440"/>
            <a:ext cx="42976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Link Final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21488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A8A"/>
                </a:solidFill>
              </a:rPr>
              <a:t>Colab: [PASTE_LINK_COLAB_DI_SINI]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69480" y="25786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A8A"/>
                </a:solidFill>
              </a:rPr>
              <a:t>YouTube: [PASTE_LINK_YOUTUBE_DI_SINI]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69480" y="3154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Video wajib 5-10 menit, public, suara jelas, wajah tampil minimal pembukaan atau penutupan.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UAS Machine Learning | Muhammad Rifqy Saputra - 2307046 |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UAS ML Prediksi Kondisi Sosial Jawa Barat</dc:title>
  <dc:subject>UAS Machine Learning</dc:subject>
  <dc:creator>Muhammad Rifqy Saputra</dc:creator>
  <cp:lastModifiedBy>Muhammad Rifqy Saputra</cp:lastModifiedBy>
  <cp:revision>1</cp:revision>
  <dcterms:created xsi:type="dcterms:W3CDTF">2026-05-27T02:08:01Z</dcterms:created>
  <dcterms:modified xsi:type="dcterms:W3CDTF">2026-05-27T02:08:01Z</dcterms:modified>
</cp:coreProperties>
</file>